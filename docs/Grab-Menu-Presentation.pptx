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/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/>
      </a:lvl1pPr>
    </p:titleStyle>
    <p:bodyStyle>
      <a:lvl1pPr marL="342900" indent="-285750">
        <a:defRPr sz="2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hero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hero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hero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hero.pn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image" Target="../media/hero.png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image" Target="../media/hero.png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image" Target="../media/hero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" name="Project Visu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143000"/>
            <a:ext cx="2743200" cy="3657600"/>
          </a:xfrm>
          <a:prstGeom prst="rect">
            <a:avLst/>
          </a:prstGeom>
          <a:ln>
            <a:solidFill>
              <a:srgbClr val="FFFFFF"/>
            </a:solidFill>
            <a:prstDash val="solid"/>
          </a:ln>
        </p:spPr>
      </p:pic>
      <p:sp>
        <p:nvSpPr>
          <p:cNvPr id="3" name="Accent 3"/>
          <p:cNvSpPr/>
          <p:nvPr/>
        </p:nvSpPr>
        <p:spPr>
          <a:xfrm>
            <a:off x="5669280" y="5200000"/>
            <a:ext cx="2926080" cy="120000"/>
          </a:xfrm>
          <a:prstGeom prst="rect">
            <a:avLst/>
          </a:prstGeom>
          <a:solidFill>
            <a:srgbClr val="E89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Grab Menu</a:t>
            </a:r>
            <a:endParaRPr lang="en-US" sz="3000" b="1" dirty="0"/>
          </a:p>
        </p:txBody>
      </p:sp>
      <p:sp>
        <p:nvSpPr>
          <p:cNvPr id="5" name="Subtitle"/>
          <p:cNvSpPr txBox="1"/>
          <p:nvPr/>
        </p:nvSpPr>
        <p:spPr>
          <a:xfrm>
            <a:off x="822960" y="1645920"/>
            <a:ext cx="4200000" cy="2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200" dirty="0" smtClean="0">
                <a:solidFill>
                  <a:srgbClr val="3A312C"/>
                </a:solidFill>
              </a:rPr>
              <a:t>QR-Based Smart Restaurant Ordering and Billing System</a:t>
            </a:r>
            <a:endParaRPr lang="en-US" sz="2200" dirty="0"/>
          </a:p>
          <a:p>
            <a:r>
              <a:rPr lang="en-US" sz="2200" dirty="0" smtClean="0">
                <a:solidFill>
                  <a:srgbClr val="3A312C"/>
                </a:solidFill>
              </a:rPr>
              <a:t>Presented by: Grab Menu Project Team</a:t>
            </a:r>
            <a:endParaRPr lang="en-US" sz="2200" dirty="0"/>
          </a:p>
          <a:p>
            <a:r>
              <a:rPr lang="en-US" sz="2200" dirty="0" smtClean="0">
                <a:solidFill>
                  <a:srgbClr val="3A312C"/>
                </a:solidFill>
              </a:rPr>
              <a:t>Technology: React, Express, MongoDB, Socket.IO</a:t>
            </a:r>
            <a:endParaRPr lang="en-US" sz="2200" dirty="0"/>
          </a:p>
          <a:p>
            <a:r>
              <a:rPr lang="en-US" sz="2200" dirty="0" smtClean="0">
                <a:solidFill>
                  <a:srgbClr val="3A312C"/>
                </a:solidFill>
              </a:rPr>
              <a:t>Date: April 2026</a:t>
            </a:r>
            <a:endParaRPr lang="en-US" sz="2200" dirty="0"/>
          </a:p>
        </p:txBody>
      </p:sp>
      <p:sp>
        <p:nvSpPr>
          <p:cNvPr id="6" name="Caption"/>
          <p:cNvSpPr txBox="1"/>
          <p:nvPr/>
        </p:nvSpPr>
        <p:spPr>
          <a:xfrm>
            <a:off x="5852160" y="4880000"/>
            <a:ext cx="2743200" cy="4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>
                <a:solidFill>
                  <a:srgbClr val="7A5D4B"/>
                </a:solidFill>
              </a:rPr>
              <a:t>Project interface preview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" name="Project Visu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143000"/>
            <a:ext cx="2743200" cy="3657600"/>
          </a:xfrm>
          <a:prstGeom prst="rect">
            <a:avLst/>
          </a:prstGeom>
          <a:ln>
            <a:solidFill>
              <a:srgbClr val="FFFFFF"/>
            </a:solidFill>
            <a:prstDash val="solid"/>
          </a:ln>
        </p:spPr>
      </p:pic>
      <p:sp>
        <p:nvSpPr>
          <p:cNvPr id="3" name="Accent 3"/>
          <p:cNvSpPr/>
          <p:nvPr/>
        </p:nvSpPr>
        <p:spPr>
          <a:xfrm>
            <a:off x="5669280" y="5200000"/>
            <a:ext cx="2926080" cy="120000"/>
          </a:xfrm>
          <a:prstGeom prst="rect">
            <a:avLst/>
          </a:prstGeom>
          <a:solidFill>
            <a:srgbClr val="E89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Introduction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420000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Grab Menu is a full-stack restaurant management system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It digitizes the dine-in ordering experience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It connects customers, restaurant staff, and platform admins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It reduces manual work and improves service speed</a:t>
            </a:r>
            <a:endParaRPr lang="en-US" sz="2200" dirty="0"/>
          </a:p>
        </p:txBody>
      </p:sp>
      <p:sp>
        <p:nvSpPr>
          <p:cNvPr id="6" name="Caption"/>
          <p:cNvSpPr txBox="1"/>
          <p:nvPr/>
        </p:nvSpPr>
        <p:spPr>
          <a:xfrm>
            <a:off x="5852160" y="4880000"/>
            <a:ext cx="2743200" cy="4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>
                <a:solidFill>
                  <a:srgbClr val="7A5D4B"/>
                </a:solidFill>
              </a:rPr>
              <a:t>Project interface preview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Problem Statement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Customers often wait for staff to take orders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Manual order taking can cause mistakes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Kitchen updates are not always communicated quickly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Billing at the end of the meal can be slow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Restaurants need better table and order management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Proposed Solution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A QR code is assigned to each table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Customers scan the QR code to open the digital menu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Orders are placed directly from the customer device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Admin receives live order updates in a dashboard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Billing and payment selection are also digitized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Project Objectives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Build a digital restaurant ordering platform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Reduce order delays and manual mistakes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Provide real-time communication between customer and admin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Simplify billing and payment workflows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Support multi-restaurant management through super admin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" name="Project Visu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143000"/>
            <a:ext cx="2743200" cy="3657600"/>
          </a:xfrm>
          <a:prstGeom prst="rect">
            <a:avLst/>
          </a:prstGeom>
          <a:ln>
            <a:solidFill>
              <a:srgbClr val="FFFFFF"/>
            </a:solidFill>
            <a:prstDash val="solid"/>
          </a:ln>
        </p:spPr>
      </p:pic>
      <p:sp>
        <p:nvSpPr>
          <p:cNvPr id="3" name="Accent 3"/>
          <p:cNvSpPr/>
          <p:nvPr/>
        </p:nvSpPr>
        <p:spPr>
          <a:xfrm>
            <a:off x="5669280" y="5200000"/>
            <a:ext cx="2926080" cy="120000"/>
          </a:xfrm>
          <a:prstGeom prst="rect">
            <a:avLst/>
          </a:prstGeom>
          <a:solidFill>
            <a:srgbClr val="E89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Main Features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420000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QR-based table access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Digital menu browsing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Search and category filters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Veg/non-veg and price filtering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Add to cart and order placement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Real-time order tracking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Billing and payment method selection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Admin and super-admin dashboards</a:t>
            </a:r>
            <a:endParaRPr lang="en-US" sz="2200" dirty="0"/>
          </a:p>
        </p:txBody>
      </p:sp>
      <p:sp>
        <p:nvSpPr>
          <p:cNvPr id="6" name="Caption"/>
          <p:cNvSpPr txBox="1"/>
          <p:nvPr/>
        </p:nvSpPr>
        <p:spPr>
          <a:xfrm>
            <a:off x="5852160" y="4880000"/>
            <a:ext cx="2743200" cy="4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>
                <a:solidFill>
                  <a:srgbClr val="7A5D4B"/>
                </a:solidFill>
              </a:rPr>
              <a:t>Project interface preview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User Roles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Customer: scan QR, browse menu, place orders, track status, request bill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Restaurant Admin: manage orders, tables, menu, sessions, and billing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Super Admin: create restaurants, manage subscription plans, and control restaurant status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" name="Project Visu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143000"/>
            <a:ext cx="2743200" cy="3657600"/>
          </a:xfrm>
          <a:prstGeom prst="rect">
            <a:avLst/>
          </a:prstGeom>
          <a:ln>
            <a:solidFill>
              <a:srgbClr val="FFFFFF"/>
            </a:solidFill>
            <a:prstDash val="solid"/>
          </a:ln>
        </p:spPr>
      </p:pic>
      <p:sp>
        <p:nvSpPr>
          <p:cNvPr id="3" name="Accent 3"/>
          <p:cNvSpPr/>
          <p:nvPr/>
        </p:nvSpPr>
        <p:spPr>
          <a:xfrm>
            <a:off x="5669280" y="5200000"/>
            <a:ext cx="2926080" cy="120000"/>
          </a:xfrm>
          <a:prstGeom prst="rect">
            <a:avLst/>
          </a:prstGeom>
          <a:solidFill>
            <a:srgbClr val="E89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Customer Workflow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420000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Scan table QR code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Open digital menu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Browse items and apply filters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Add items to cart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Place order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Track live order status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Generate bill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Select payment method</a:t>
            </a:r>
            <a:endParaRPr lang="en-US" sz="2200" dirty="0"/>
          </a:p>
        </p:txBody>
      </p:sp>
      <p:sp>
        <p:nvSpPr>
          <p:cNvPr id="6" name="Caption"/>
          <p:cNvSpPr txBox="1"/>
          <p:nvPr/>
        </p:nvSpPr>
        <p:spPr>
          <a:xfrm>
            <a:off x="5852160" y="4880000"/>
            <a:ext cx="2743200" cy="4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>
                <a:solidFill>
                  <a:srgbClr val="7A5D4B"/>
                </a:solidFill>
              </a:rPr>
              <a:t>Project interface preview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Restaurant Admin Workflow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Login to admin dashboard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View incoming orders in real time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Move orders through status stages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Monitor active table sessions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Manage billing requests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Approve cash payments or mark bills as paid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Release tables after completion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System Architecture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Frontend: React + Vite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Backend: Node.js + Express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Database: MongoDB + Mongoose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Real-time engine: Socket.IO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Authentication: JWT-based admin login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Architecture Flow: Customer/Admin UI -&gt; Express Server -&gt; MongoDB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Architecture Flow: Customer/Admin UI &lt;-&gt; Socket.IO &lt;-&gt; Backend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Frontend Modules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Customer menu page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Order tracking page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Landing page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Cart management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Admin dashboard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Menu management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Table management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Billing page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Analytics page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Super admin dashboard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Backend Modules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menu.routes.js: Menu CRUD and menu import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order.routes.js: Order creation and status updates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table.routes.js: Table management and QR generation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session.routes.js: Table session control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billing.routes.js: Bill generation and payment status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payment.routes.js: Payment method selection and cash approval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restaurant.routes.js: Restaurant management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Database Design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Restaurant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Admin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Table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TableSession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MenuItem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Order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Bill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Real-Time Functionality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New orders instantly appear on admin dashboard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Order status changes are reflected to customers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Session updates synchronize table state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Bill updates are visible in real time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Cash payment requests notify the admin immediately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Security and Validation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JWT-based authentication for admins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Role-based access control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Session-token validation for customer actions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Table locking to prevent duplicate sessions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Validation for table references and order data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" name="Project Visu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143000"/>
            <a:ext cx="2743200" cy="3657600"/>
          </a:xfrm>
          <a:prstGeom prst="rect">
            <a:avLst/>
          </a:prstGeom>
          <a:ln>
            <a:solidFill>
              <a:srgbClr val="FFFFFF"/>
            </a:solidFill>
            <a:prstDash val="solid"/>
          </a:ln>
        </p:spPr>
      </p:pic>
      <p:sp>
        <p:nvSpPr>
          <p:cNvPr id="3" name="Accent 3"/>
          <p:cNvSpPr/>
          <p:nvPr/>
        </p:nvSpPr>
        <p:spPr>
          <a:xfrm>
            <a:off x="5669280" y="5200000"/>
            <a:ext cx="2926080" cy="120000"/>
          </a:xfrm>
          <a:prstGeom prst="rect">
            <a:avLst/>
          </a:prstGeom>
          <a:solidFill>
            <a:srgbClr val="E89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Advanced Features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420000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Menu import from JSON, CSV, or plain text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Automatic QR code URL generation for tables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Billing only for completed and ready items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GST and service charge calculation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Cash payment approval workflow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Multi-restaurant support with super admin</a:t>
            </a:r>
            <a:endParaRPr lang="en-US" sz="2200" dirty="0"/>
          </a:p>
        </p:txBody>
      </p:sp>
      <p:sp>
        <p:nvSpPr>
          <p:cNvPr id="6" name="Caption"/>
          <p:cNvSpPr txBox="1"/>
          <p:nvPr/>
        </p:nvSpPr>
        <p:spPr>
          <a:xfrm>
            <a:off x="5852160" y="4880000"/>
            <a:ext cx="2743200" cy="4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>
                <a:solidFill>
                  <a:srgbClr val="7A5D4B"/>
                </a:solidFill>
              </a:rPr>
              <a:t>Project interface preview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Benefits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Faster ordering experience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Reduced dependency on staff for basic ordering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Fewer manual errors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Better customer convenience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Improved table management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Clearer billing process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Scalable platform for restaurant businesses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Challenges Faced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Managing real-time synchronization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Preventing duplicate sessions and invalid orders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Maintaining order and billing consistency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Handling role-based dashboards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Designing a smooth customer and admin experience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74980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Future Enhancements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749808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Online payment gateway integration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AI-based dish recommendations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Inventory and stock management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Multi-language menu support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Better analytics and reporting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Kitchen display system integration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Customer notifications and loyalty features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" name="Project Visu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143000"/>
            <a:ext cx="2743200" cy="3657600"/>
          </a:xfrm>
          <a:prstGeom prst="rect">
            <a:avLst/>
          </a:prstGeom>
          <a:ln>
            <a:solidFill>
              <a:srgbClr val="FFFFFF"/>
            </a:solidFill>
            <a:prstDash val="solid"/>
          </a:ln>
        </p:spPr>
      </p:pic>
      <p:sp>
        <p:nvSpPr>
          <p:cNvPr id="3" name="Accent 3"/>
          <p:cNvSpPr/>
          <p:nvPr/>
        </p:nvSpPr>
        <p:spPr>
          <a:xfrm>
            <a:off x="5669280" y="5200000"/>
            <a:ext cx="2926080" cy="120000"/>
          </a:xfrm>
          <a:prstGeom prst="rect">
            <a:avLst/>
          </a:prstGeom>
          <a:solidFill>
            <a:srgbClr val="E89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Conclusion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420000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Grab Menu is a smart digital restaurant ordering and billing platform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It improves restaurant efficiency and customer experience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It supports real-time communication and scalable restaurant management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It can be extended into a complete SaaS platform for restaurants</a:t>
            </a:r>
            <a:endParaRPr lang="en-US" sz="2200" dirty="0"/>
          </a:p>
        </p:txBody>
      </p:sp>
      <p:sp>
        <p:nvSpPr>
          <p:cNvPr id="6" name="Caption"/>
          <p:cNvSpPr txBox="1"/>
          <p:nvPr/>
        </p:nvSpPr>
        <p:spPr>
          <a:xfrm>
            <a:off x="5852160" y="4880000"/>
            <a:ext cx="2743200" cy="4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>
                <a:solidFill>
                  <a:srgbClr val="7A5D4B"/>
                </a:solidFill>
              </a:rPr>
              <a:t>Project interface preview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FF8F1"/>
      </a:solidFill>
      <a:effectLst/>
    </p:bgPr>
  </p:bg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 1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" name="Project Visu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143000"/>
            <a:ext cx="2743200" cy="3657600"/>
          </a:xfrm>
          <a:prstGeom prst="rect">
            <a:avLst/>
          </a:prstGeom>
          <a:ln>
            <a:solidFill>
              <a:srgbClr val="FFFFFF"/>
            </a:solidFill>
            <a:prstDash val="solid"/>
          </a:ln>
        </p:spPr>
      </p:pic>
      <p:sp>
        <p:nvSpPr>
          <p:cNvPr id="3" name="Accent 3"/>
          <p:cNvSpPr/>
          <p:nvPr/>
        </p:nvSpPr>
        <p:spPr>
          <a:xfrm>
            <a:off x="5669280" y="5200000"/>
            <a:ext cx="2926080" cy="120000"/>
          </a:xfrm>
          <a:prstGeom prst="rect">
            <a:avLst/>
          </a:prstGeom>
          <a:solidFill>
            <a:srgbClr val="E89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640080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000" b="1" dirty="0" smtClean="0">
                <a:solidFill>
                  <a:srgbClr val="1F1A17"/>
                </a:solidFill>
              </a:rPr>
              <a:t>Demo and Discussion</a:t>
            </a:r>
            <a:endParaRPr lang="en-US" sz="3000" b="1" dirty="0"/>
          </a:p>
        </p:txBody>
      </p:sp>
      <p:sp>
        <p:nvSpPr>
          <p:cNvPr id="5" name="Content"/>
          <p:cNvSpPr txBox="1"/>
          <p:nvPr/>
        </p:nvSpPr>
        <p:spPr>
          <a:xfrm>
            <a:off x="822960" y="1508760"/>
            <a:ext cx="420000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285750" lvl="0">
              <a:buChar char="?"/>
            </a:pPr>
            <a:r>
              <a:rPr lang="en-US" sz="2200" dirty="0" smtClean="0"/>
              <a:t>Show landing page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Show customer ordering flow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Show admin live dashboard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Show billing and payment flow</a:t>
            </a:r>
            <a:endParaRPr lang="en-US" sz="2200" dirty="0"/>
          </a:p>
          <a:p>
            <a:pPr marL="342900" indent="-285750" lvl="0">
              <a:buChar char="?"/>
            </a:pPr>
            <a:r>
              <a:rPr lang="en-US" sz="2200" dirty="0" smtClean="0"/>
              <a:t>Open discussion</a:t>
            </a:r>
            <a:endParaRPr lang="en-US" sz="2200" dirty="0"/>
          </a:p>
        </p:txBody>
      </p:sp>
      <p:sp>
        <p:nvSpPr>
          <p:cNvPr id="6" name="Caption"/>
          <p:cNvSpPr txBox="1"/>
          <p:nvPr/>
        </p:nvSpPr>
        <p:spPr>
          <a:xfrm>
            <a:off x="5852160" y="4880000"/>
            <a:ext cx="2743200" cy="4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>
                <a:solidFill>
                  <a:srgbClr val="7A5D4B"/>
                </a:solidFill>
              </a:rPr>
              <a:t>Project interface preview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1A17"/>
      </a:dk1>
      <a:lt1>
        <a:srgbClr val="FFF8F1"/>
      </a:lt1>
      <a:dk2>
        <a:srgbClr val="3A312C"/>
      </a:dk2>
      <a:lt2>
        <a:srgbClr val="F7E7D7"/>
      </a:lt2>
      <a:accent1>
        <a:srgbClr val="C75B12"/>
      </a:accent1>
      <a:accent2>
        <a:srgbClr val="E89A3D"/>
      </a:accent2>
      <a:accent3>
        <a:srgbClr val="6E8B3D"/>
      </a:accent3>
      <a:accent4>
        <a:srgbClr val="2A6F97"/>
      </a:accent4>
      <a:accent5>
        <a:srgbClr val="8D5A97"/>
      </a:accent5>
      <a:accent6>
        <a:srgbClr val="A63A50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37000"/>
                <a:satMod val="3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tint val="63000"/>
                <a:satMod val="120000"/>
                <a:shade val="63000"/>
                <a:lumMod val="10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21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Grab Menu Presentation</dc:title>
  <dc:creator>Codex</dc:creator>
  <cp:lastModifiedBy>Codex</cp:lastModifiedBy>
  <dcterms:created xsi:type="dcterms:W3CDTF">2026-04-06T12:00:52Z</dcterms:created>
  <dcterms:modified xsi:type="dcterms:W3CDTF">2026-04-06T12:00:52Z</dcterms:modified>
</cp:coreProperties>
</file>